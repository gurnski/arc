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65" d="100"/>
          <a:sy n="65" d="100"/>
        </p:scale>
        <p:origin x="700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28D6DA-8D5D-DD50-0945-9DD6078F723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B97A197-81F3-777B-2D2F-71DA0B8FC7F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748F926-F4EB-AD88-8080-38B2EB0DAC8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666492-D30D-45EB-9B6F-0E7BF87E5A65}" type="datetimeFigureOut">
              <a:rPr lang="en-GB" smtClean="0"/>
              <a:t>07/10/2026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86A42DE-2C96-DF91-C505-179C153D51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2601A26-7A79-B226-ECD7-51AF4087D8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FF27A2-7AB3-4636-A41C-108A52D12031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6262055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2DE6BD-8618-E890-9959-BCB3E031FC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934DF76-BEBA-5E0F-376D-B1A9D5C54E5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3037B61-CEF3-7EFA-45E1-2331BC1398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666492-D30D-45EB-9B6F-0E7BF87E5A65}" type="datetimeFigureOut">
              <a:rPr lang="en-GB" smtClean="0"/>
              <a:t>07/10/2026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2F759A4-4E30-9FE0-9E7A-AC50CEB92B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B2B47E5-C209-276F-6D7E-3BEFB2E934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FF27A2-7AB3-4636-A41C-108A52D12031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407060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CD8D77-36B0-3B84-9317-853375FF914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BEECF87-C575-2E85-C2A6-3397E7A0D57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0F6A2B3-6FE2-2694-8172-D7AB96A0A3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666492-D30D-45EB-9B6F-0E7BF87E5A65}" type="datetimeFigureOut">
              <a:rPr lang="en-GB" smtClean="0"/>
              <a:t>07/10/2026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5738720-FA07-A4FB-C4BE-50A3F9C514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311F393-81BC-2926-C49E-09C342A7F6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FF27A2-7AB3-4636-A41C-108A52D12031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1811367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A5D793-7107-25D5-31AD-466C1D4D25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CC480C1-C46F-EBCA-EC70-F95B4D6D4A3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2D74281-2A2C-C8FF-C329-057AC166120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FF39068-3E0D-84BA-9DF4-C059014BF3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666492-D30D-45EB-9B6F-0E7BF87E5A65}" type="datetimeFigureOut">
              <a:rPr lang="en-GB" smtClean="0"/>
              <a:t>07/10/2026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8CBA02A-C400-2576-D1EB-1747955729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E3B3F91-DFD2-1B92-2C88-EF94E4D1A5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FF27A2-7AB3-4636-A41C-108A52D12031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23502133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164414-EEEF-ABB7-79D9-46F021E2E8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E3A56D6-7F03-7E5F-A437-9C59FA7089C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B72E9C5-D25D-CBB1-DE44-E897E0164B5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E37AB68-AEC8-ABAA-758B-50A950B55FA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8C494EA-D56D-8DB2-5178-A8CF7A54D10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1AD5B94-0CB1-EAFA-B4F3-00738E4D6C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666492-D30D-45EB-9B6F-0E7BF87E5A65}" type="datetimeFigureOut">
              <a:rPr lang="en-GB" smtClean="0"/>
              <a:t>07/10/2026</a:t>
            </a:fld>
            <a:endParaRPr lang="en-GB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2B451257-6937-1ECE-B6A3-AF308A6106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7D7C4CE-F3BC-CCFD-7C62-8BB7C00523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FF27A2-7AB3-4636-A41C-108A52D12031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03131166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FAAA68-DC1E-4CA4-FD64-77929F9BA1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73CB485-734E-847B-4121-B2FA75069E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666492-D30D-45EB-9B6F-0E7BF87E5A65}" type="datetimeFigureOut">
              <a:rPr lang="en-GB" smtClean="0"/>
              <a:t>07/10/2026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8594E00-AEBB-1733-DBD9-DA97FED157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23C5D26-BDE8-8385-6C2A-9261382F02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FF27A2-7AB3-4636-A41C-108A52D12031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9700664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1C0E38C-24FB-9426-8538-AA21602857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666492-D30D-45EB-9B6F-0E7BF87E5A65}" type="datetimeFigureOut">
              <a:rPr lang="en-GB" smtClean="0"/>
              <a:t>07/10/2026</a:t>
            </a:fld>
            <a:endParaRPr lang="en-GB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93AB5E0-1404-05B0-CB80-CF023E0305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61E9CAC-43D0-36AA-B253-0C919C61FE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FF27A2-7AB3-4636-A41C-108A52D12031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72318285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22BAD7-59D4-4614-8F8A-4A200DD438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D3E97C1-88F9-4FC0-6F49-B3F689EE994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A192FBC-AB4F-E491-DF9E-EE3B8E04F6F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6A154E8-29E3-DB4D-E311-E8DDBB02AA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666492-D30D-45EB-9B6F-0E7BF87E5A65}" type="datetimeFigureOut">
              <a:rPr lang="en-GB" smtClean="0"/>
              <a:t>07/10/2026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C50600E-1624-B696-61EF-8608728808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FA8B40C-5EC5-7052-DF97-C0D3C8B8B9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FF27A2-7AB3-4636-A41C-108A52D12031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44626036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C4329B-DC63-44A0-0599-F793DD40AC9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746B3E9-CDB1-9CC6-1D00-2E4D89D1B0E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5B8CFB3-8CE3-8493-1558-7BF5D70E555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876273B-0742-4405-C82A-1941B127FF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666492-D30D-45EB-9B6F-0E7BF87E5A65}" type="datetimeFigureOut">
              <a:rPr lang="en-GB" smtClean="0"/>
              <a:t>07/10/2026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3C72055-30B4-34BA-BD6F-C3CE5BD02B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28F8F05-8C28-B4F0-DA40-C9B9766164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FF27A2-7AB3-4636-A41C-108A52D12031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93036042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3E6601-CEB3-0D4E-0E59-6388CDF544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184D3A4-3475-D449-37E2-83B0A6268AF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80893AF-4990-777A-B8C1-544894CB2D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666492-D30D-45EB-9B6F-0E7BF87E5A65}" type="datetimeFigureOut">
              <a:rPr lang="en-GB" smtClean="0"/>
              <a:t>07/10/2026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C08AF61-17F5-CA87-B3DA-3B8C54D7AB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027F48B-3D27-4FE2-7C37-AD06DBA9B1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FF27A2-7AB3-4636-A41C-108A52D12031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98568517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21C8868E-88FF-1DF4-6DF1-7C59E8130BB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1727565-996B-3071-0D41-017B35992AD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7EA5F70-DDE0-102D-942D-BC13D2AC7A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666492-D30D-45EB-9B6F-0E7BF87E5A65}" type="datetimeFigureOut">
              <a:rPr lang="en-GB" smtClean="0"/>
              <a:t>07/10/2026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E265423-EC46-D7CF-B59E-15EDC996F6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7E162A0-494A-41E5-4E51-A9D91A1209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FF27A2-7AB3-4636-A41C-108A52D12031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4496201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2AA6DFCE-7B73-8597-0BBD-1862732B0C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97D48C7-91E5-523F-B8AD-92B9DF945ED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9A17E0A-A483-2DB1-BF7D-90E47B75925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2666492-D30D-45EB-9B6F-0E7BF87E5A65}" type="datetimeFigureOut">
              <a:rPr lang="en-GB" smtClean="0"/>
              <a:t>07/10/2026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47F5E8A-871B-720C-8CB4-12EE608A78C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4EE2D5F-3581-3FA4-EF3E-F3DC713E560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EFF27A2-7AB3-4636-A41C-108A52D12031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03183923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62F8E0CD-4274-B934-0EC1-C3398B87BE1C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Project Plan</a:t>
            </a:r>
          </a:p>
          <a:p>
            <a:r>
              <a:rPr lang="en-US" sz="2000" dirty="0"/>
              <a:t>By Daniel Rea</a:t>
            </a:r>
            <a:endParaRPr lang="en-GB" sz="200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73D7425-50A3-4ED1-8BAB-3519ABD0123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25297" y="114556"/>
            <a:ext cx="3141406" cy="31414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2477673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681AC52-78EA-4D6D-CD22-599F3F5760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I plan to do	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354C801-CA64-9C53-309D-24B01E84DB9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b="1" dirty="0"/>
              <a:t>Arc.js </a:t>
            </a:r>
            <a:r>
              <a:rPr lang="en-US" dirty="0"/>
              <a:t>is a lightweight JavaScript framework designed specifically for single page web applications. </a:t>
            </a:r>
          </a:p>
          <a:p>
            <a:pPr marL="0" indent="0">
              <a:buNone/>
            </a:pPr>
            <a:r>
              <a:rPr lang="en-GB" dirty="0"/>
              <a:t>I plan to couple this into a product for a “customer” to show how easy it is to produce a product using it. </a:t>
            </a:r>
            <a:br>
              <a:rPr lang="en-GB" dirty="0"/>
            </a:br>
            <a:br>
              <a:rPr lang="en-GB" dirty="0"/>
            </a:br>
            <a:r>
              <a:rPr lang="en-GB" dirty="0"/>
              <a:t>It should optimise how pages are handed to a user by seamlessly regenerating content as the user “navigates” through a page, optimising the layout with a mobile-first design in mind. The framework also optimises the site for SEO, WGAC compliance and AI agent readability automatically. This takes a lot of work off of the developer allowing for a maintainable product, and makes the product more usable for the user.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8543072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169796-5650-2F0D-B7B6-205D7E02D5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Notes	</a:t>
            </a:r>
            <a:endParaRPr lang="en-GB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12B608A-D640-BCAA-D638-39D1E750CBE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Have the framework translate to language preferences set by the customer</a:t>
            </a:r>
            <a:r>
              <a:rPr lang="en-US"/>
              <a:t>/their site viewers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61138045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</TotalTime>
  <Words>149</Words>
  <Application>Microsoft Office PowerPoint</Application>
  <PresentationFormat>Widescreen</PresentationFormat>
  <Paragraphs>7</Paragraphs>
  <Slides>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7" baseType="lpstr">
      <vt:lpstr>Aptos</vt:lpstr>
      <vt:lpstr>Aptos Display</vt:lpstr>
      <vt:lpstr>Arial</vt:lpstr>
      <vt:lpstr>Office Theme</vt:lpstr>
      <vt:lpstr>PowerPoint Presentation</vt:lpstr>
      <vt:lpstr>What I plan to do </vt:lpstr>
      <vt:lpstr>Notes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Daniel Rea</dc:creator>
  <cp:lastModifiedBy>Daniel Rea</cp:lastModifiedBy>
  <cp:revision>6</cp:revision>
  <dcterms:created xsi:type="dcterms:W3CDTF">2026-10-07T09:26:30Z</dcterms:created>
  <dcterms:modified xsi:type="dcterms:W3CDTF">2026-10-07T09:37:38Z</dcterms:modified>
</cp:coreProperties>
</file>